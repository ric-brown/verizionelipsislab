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9" r:id="rId4"/>
    <p:sldMasterId id="214748374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Poppins"/>
      <p:regular r:id="rId29"/>
      <p:bold r:id="rId30"/>
      <p:italic r:id="rId31"/>
      <p:boldItalic r:id="rId32"/>
    </p:embeddedFont>
    <p:embeddedFont>
      <p:font typeface="Urbanist Medium"/>
      <p:regular r:id="rId33"/>
      <p:bold r:id="rId34"/>
      <p:italic r:id="rId35"/>
      <p:boldItalic r:id="rId36"/>
    </p:embeddedFont>
    <p:embeddedFont>
      <p:font typeface="Urbanist SemiBold"/>
      <p:regular r:id="rId37"/>
      <p:bold r:id="rId38"/>
      <p:italic r:id="rId39"/>
      <p:boldItalic r:id="rId40"/>
    </p:embeddedFont>
    <p:embeddedFont>
      <p:font typeface="Urbanist"/>
      <p:regular r:id="rId41"/>
      <p:bold r:id="rId42"/>
      <p:italic r:id="rId43"/>
      <p:boldItalic r:id="rId44"/>
    </p:embeddedFont>
    <p:embeddedFont>
      <p:font typeface="Poppins SemiBold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SemiBold-boldItalic.fntdata"/><Relationship Id="rId42" Type="http://schemas.openxmlformats.org/officeDocument/2006/relationships/font" Target="fonts/Urbanist-bold.fntdata"/><Relationship Id="rId41" Type="http://schemas.openxmlformats.org/officeDocument/2006/relationships/font" Target="fonts/Urbanist-regular.fntdata"/><Relationship Id="rId44" Type="http://schemas.openxmlformats.org/officeDocument/2006/relationships/font" Target="fonts/Urbanist-boldItalic.fntdata"/><Relationship Id="rId43" Type="http://schemas.openxmlformats.org/officeDocument/2006/relationships/font" Target="fonts/Urbanist-italic.fntdata"/><Relationship Id="rId46" Type="http://schemas.openxmlformats.org/officeDocument/2006/relationships/font" Target="fonts/PoppinsSemiBold-bold.fntdata"/><Relationship Id="rId45" Type="http://schemas.openxmlformats.org/officeDocument/2006/relationships/font" Target="fonts/Poppins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PoppinsSemiBold-boldItalic.fntdata"/><Relationship Id="rId47" Type="http://schemas.openxmlformats.org/officeDocument/2006/relationships/font" Target="fonts/PoppinsSemiBold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33" Type="http://schemas.openxmlformats.org/officeDocument/2006/relationships/font" Target="fonts/UrbanistMedium-regular.fntdata"/><Relationship Id="rId32" Type="http://schemas.openxmlformats.org/officeDocument/2006/relationships/font" Target="fonts/Poppins-boldItalic.fntdata"/><Relationship Id="rId35" Type="http://schemas.openxmlformats.org/officeDocument/2006/relationships/font" Target="fonts/UrbanistMedium-italic.fntdata"/><Relationship Id="rId34" Type="http://schemas.openxmlformats.org/officeDocument/2006/relationships/font" Target="fonts/UrbanistMedium-bold.fntdata"/><Relationship Id="rId37" Type="http://schemas.openxmlformats.org/officeDocument/2006/relationships/font" Target="fonts/UrbanistSemiBold-regular.fntdata"/><Relationship Id="rId36" Type="http://schemas.openxmlformats.org/officeDocument/2006/relationships/font" Target="fonts/UrbanistMedium-boldItalic.fntdata"/><Relationship Id="rId39" Type="http://schemas.openxmlformats.org/officeDocument/2006/relationships/font" Target="fonts/UrbanistSemiBold-italic.fntdata"/><Relationship Id="rId38" Type="http://schemas.openxmlformats.org/officeDocument/2006/relationships/font" Target="fonts/UrbanistSemiBold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font" Target="fonts/Poppins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cdb05272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3cdb05272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cdb052728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3cdb052728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cdb052728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3cdb052728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cdb052728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3cdb052728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cdb0527281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3cdb0527281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cdb052728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3cdb052728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cdb052728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3cdb052728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cdb0527281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3cdb052728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cdb052728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3cdb052728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cdb052728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3cdb052728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cdb0527281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3cdb0527281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cdb0527281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3cdb0527281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cdb95d46f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3cdb95d46f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3cdb95d46f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3cdb95d46f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cdb95d46f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3cdb95d46f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cdb95d46f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3cdb95d46f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3cdb95d46f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3cdb95d46f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3cdb95d46f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3cdb95d46f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cdb95d46f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3cdb95d46f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cdeec11aa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3cdeec11aa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cdeec11aa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3cdeec11aa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3ce91a0e3e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3ce91a0e3e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2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438" name="Google Shape;438;p42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9" name="Google Shape;439;p42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0" name="Google Shape;440;p42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1" name="Google Shape;441;p42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2" name="Google Shape;442;p42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3" name="Google Shape;443;p42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4" name="Google Shape;444;p4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7" name="Google Shape;447;p4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8" name="Google Shape;448;p43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9" name="Google Shape;449;p43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0" name="Google Shape;450;p43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1" name="Google Shape;451;p43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2" name="Google Shape;452;p43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43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43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455" name="Google Shape;455;p4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8" name="Google Shape;458;p4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9" name="Google Shape;459;p4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60" name="Google Shape;460;p44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1" name="Google Shape;461;p4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5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64" name="Google Shape;464;p4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5" name="Google Shape;465;p45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66" name="Google Shape;466;p45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67" name="Google Shape;467;p45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4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1" name="Google Shape;471;p46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2" name="Google Shape;472;p46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3" name="Google Shape;473;p46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4" name="Google Shape;474;p46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5" name="Google Shape;475;p46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76" name="Google Shape;476;p46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77" name="Google Shape;477;p46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78" name="Google Shape;478;p46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79" name="Google Shape;479;p46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80" name="Google Shape;480;p46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1" name="Google Shape;481;p46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2" name="Google Shape;482;p46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3" name="Google Shape;483;p46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4" name="Google Shape;484;p46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85" name="Google Shape;485;p4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6" name="Google Shape;486;p46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87" name="Google Shape;487;p46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88" name="Google Shape;488;p46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9" name="Google Shape;489;p4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7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2" name="Google Shape;492;p47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3" name="Google Shape;493;p47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4" name="Google Shape;494;p47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5" name="Google Shape;495;p47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96" name="Google Shape;496;p4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97" name="Google Shape;497;p4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98" name="Google Shape;498;p4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9" name="Google Shape;499;p4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8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02" name="Google Shape;502;p48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3" name="Google Shape;503;p48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4" name="Google Shape;504;p48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505" name="Google Shape;505;p4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9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08" name="Google Shape;508;p49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09" name="Google Shape;509;p49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10" name="Google Shape;510;p49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11" name="Google Shape;511;p49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12" name="Google Shape;512;p49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3" name="Google Shape;513;p49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14" name="Google Shape;514;p49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15" name="Google Shape;515;p49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6" name="Google Shape;516;p4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19" name="Google Shape;519;p5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20" name="Google Shape;520;p50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1" name="Google Shape;521;p50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2" name="Google Shape;522;p50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3" name="Google Shape;523;p50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524" name="Google Shape;524;p5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25" name="Google Shape;525;p5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26" name="Google Shape;526;p5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1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9" name="Google Shape;529;p51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0" name="Google Shape;530;p51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1" name="Google Shape;531;p51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2" name="Google Shape;532;p51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33" name="Google Shape;533;p5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34" name="Google Shape;534;p51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5" name="Google Shape;535;p51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36" name="Google Shape;536;p51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37" name="Google Shape;537;p51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8" name="Google Shape;538;p5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41" name="Google Shape;541;p5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542" name="Google Shape;542;p52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543" name="Google Shape;543;p52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544" name="Google Shape;544;p52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545" name="Google Shape;545;p52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546" name="Google Shape;546;p5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7" name="Google Shape;547;p52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548" name="Google Shape;548;p5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49" name="Google Shape;549;p5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50" name="Google Shape;550;p5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3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3" name="Google Shape;553;p53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4" name="Google Shape;554;p5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5" name="Google Shape;555;p53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556" name="Google Shape;556;p5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57" name="Google Shape;557;p5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58" name="Google Shape;558;p5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59" name="Google Shape;559;p5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60" name="Google Shape;560;p5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1" name="Google Shape;561;p5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4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4" name="Google Shape;564;p54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5" name="Google Shape;565;p54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6" name="Google Shape;566;p54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7" name="Google Shape;567;p54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68" name="Google Shape;568;p5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69" name="Google Shape;569;p54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70" name="Google Shape;570;p54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71" name="Google Shape;571;p54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72" name="Google Shape;572;p5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75" name="Google Shape;575;p5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76" name="Google Shape;576;p55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7" name="Google Shape;577;p55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8" name="Google Shape;578;p55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9" name="Google Shape;579;p5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80" name="Google Shape;580;p55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81" name="Google Shape;581;p55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2" name="Google Shape;582;p55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3" name="Google Shape;583;p5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6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6" name="Google Shape;586;p56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7" name="Google Shape;587;p56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8" name="Google Shape;588;p5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9" name="Google Shape;589;p5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90" name="Google Shape;590;p56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91" name="Google Shape;591;p56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2" name="Google Shape;592;p56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3" name="Google Shape;593;p56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4" name="Google Shape;594;p56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5" name="Google Shape;595;p5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8" name="Google Shape;598;p5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9" name="Google Shape;599;p5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600" name="Google Shape;600;p57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601" name="Google Shape;601;p57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602" name="Google Shape;602;p57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603" name="Google Shape;603;p57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604" name="Google Shape;604;p57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05" name="Google Shape;605;p5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6" name="Google Shape;606;p57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07" name="Google Shape;607;p5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10" name="Google Shape;610;p5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11" name="Google Shape;611;p5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2" name="Google Shape;612;p58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3" name="Google Shape;613;p58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4" name="Google Shape;614;p58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15" name="Google Shape;615;p5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616" name="Google Shape;616;p58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17" name="Google Shape;617;p58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8" name="Google Shape;618;p5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21" name="Google Shape;621;p5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22" name="Google Shape;622;p5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3" name="Google Shape;623;p5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4" name="Google Shape;624;p59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5" name="Google Shape;625;p59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6" name="Google Shape;626;p59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7" name="Google Shape;627;p5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628" name="Google Shape;628;p5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29" name="Google Shape;629;p59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0" name="Google Shape;630;p5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0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33" name="Google Shape;633;p60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4" name="Google Shape;634;p60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5" name="Google Shape;635;p60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6" name="Google Shape;636;p60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37" name="Google Shape;637;p60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38" name="Google Shape;638;p60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39" name="Google Shape;639;p60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40" name="Google Shape;640;p60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41" name="Google Shape;641;p60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642" name="Google Shape;642;p6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43" name="Google Shape;643;p6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44" name="Google Shape;644;p6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5" name="Google Shape;645;p6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1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8" name="Google Shape;648;p61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9" name="Google Shape;649;p61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50" name="Google Shape;650;p61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51" name="Google Shape;651;p61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52" name="Google Shape;652;p61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53" name="Google Shape;653;p61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54" name="Google Shape;654;p61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55" name="Google Shape;655;p61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656" name="Google Shape;656;p6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7" name="Google Shape;657;p6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58" name="Google Shape;658;p6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2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61" name="Google Shape;661;p62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662" name="Google Shape;662;p62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63" name="Google Shape;663;p62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664" name="Google Shape;664;p62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65" name="Google Shape;665;p62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666" name="Google Shape;666;p62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67" name="Google Shape;667;p62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668" name="Google Shape;668;p62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9" name="Google Shape;669;p62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0" name="Google Shape;670;p62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1" name="Google Shape;671;p62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72" name="Google Shape;672;p62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73" name="Google Shape;673;p62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74" name="Google Shape;674;p62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5" name="Google Shape;675;p6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3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678" name="Google Shape;678;p63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79" name="Google Shape;679;p63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680" name="Google Shape;680;p63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681" name="Google Shape;681;p63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82" name="Google Shape;682;p63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683" name="Google Shape;683;p63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84" name="Google Shape;684;p63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85" name="Google Shape;685;p63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86" name="Google Shape;686;p63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87" name="Google Shape;687;p63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88" name="Google Shape;688;p63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89" name="Google Shape;689;p63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90" name="Google Shape;690;p63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1" name="Google Shape;691;p63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92" name="Google Shape;692;p63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3" name="Google Shape;693;p63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94" name="Google Shape;694;p63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5" name="Google Shape;695;p63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696" name="Google Shape;696;p63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97" name="Google Shape;697;p63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98" name="Google Shape;698;p63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99" name="Google Shape;699;p6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64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702" name="Google Shape;702;p64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703" name="Google Shape;703;p64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704" name="Google Shape;704;p64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705" name="Google Shape;705;p64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6" name="Google Shape;706;p64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7" name="Google Shape;707;p64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8" name="Google Shape;708;p64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9" name="Google Shape;709;p64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0" name="Google Shape;710;p64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1" name="Google Shape;711;p64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2" name="Google Shape;712;p64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3" name="Google Shape;713;p64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14" name="Google Shape;714;p64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15" name="Google Shape;715;p64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16" name="Google Shape;716;p64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17" name="Google Shape;717;p6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718" name="Google Shape;718;p64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19" name="Google Shape;719;p64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20" name="Google Shape;720;p64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1" name="Google Shape;721;p6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65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4" name="Google Shape;724;p65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5" name="Google Shape;725;p65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6" name="Google Shape;726;p65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7" name="Google Shape;727;p65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8" name="Google Shape;728;p65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9" name="Google Shape;729;p65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0" name="Google Shape;730;p65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1" name="Google Shape;731;p65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2" name="Google Shape;732;p65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3" name="Google Shape;733;p65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4" name="Google Shape;734;p65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5" name="Google Shape;735;p65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6" name="Google Shape;736;p65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7" name="Google Shape;737;p65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8" name="Google Shape;738;p65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9" name="Google Shape;739;p65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0" name="Google Shape;740;p65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1" name="Google Shape;741;p65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2" name="Google Shape;742;p65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3" name="Google Shape;743;p65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4" name="Google Shape;744;p65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5" name="Google Shape;745;p65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6" name="Google Shape;746;p65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7" name="Google Shape;747;p65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48" name="Google Shape;748;p65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49" name="Google Shape;749;p65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50" name="Google Shape;750;p65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51" name="Google Shape;751;p65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752" name="Google Shape;752;p6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53" name="Google Shape;753;p65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54" name="Google Shape;754;p65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55" name="Google Shape;755;p6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Google Shape;757;p6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58" name="Google Shape;758;p66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9" name="Google Shape;759;p66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60" name="Google Shape;760;p66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761" name="Google Shape;761;p6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62" name="Google Shape;762;p66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3" name="Google Shape;763;p66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64" name="Google Shape;764;p66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765" name="Google Shape;765;p6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66" name="Google Shape;766;p66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7" name="Google Shape;767;p66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68" name="Google Shape;768;p66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769" name="Google Shape;769;p6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70" name="Google Shape;770;p66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1" name="Google Shape;771;p66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72" name="Google Shape;772;p66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773" name="Google Shape;773;p6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74" name="Google Shape;774;p66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5" name="Google Shape;775;p66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76" name="Google Shape;776;p66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777" name="Google Shape;777;p6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78" name="Google Shape;778;p66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66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80" name="Google Shape;780;p66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781" name="Google Shape;781;p6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82" name="Google Shape;782;p66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83" name="Google Shape;783;p66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84" name="Google Shape;784;p66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785" name="Google Shape;785;p6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86" name="Google Shape;786;p66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87" name="Google Shape;787;p66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88" name="Google Shape;788;p66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789" name="Google Shape;789;p6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90" name="Google Shape;790;p66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91" name="Google Shape;791;p66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92" name="Google Shape;792;p66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3" name="Google Shape;793;p6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4" name="Google Shape;794;p66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95" name="Google Shape;795;p66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96" name="Google Shape;796;p66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7" name="Google Shape;797;p6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67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00" name="Google Shape;800;p67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01" name="Google Shape;801;p67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02" name="Google Shape;802;p67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3" name="Google Shape;803;p67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04" name="Google Shape;804;p67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5" name="Google Shape;805;p67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6" name="Google Shape;806;p67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07" name="Google Shape;807;p67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8" name="Google Shape;808;p67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9" name="Google Shape;809;p67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10" name="Google Shape;810;p67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11" name="Google Shape;811;p67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12" name="Google Shape;812;p67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13" name="Google Shape;813;p67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14" name="Google Shape;814;p67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15" name="Google Shape;815;p67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16" name="Google Shape;816;p67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17" name="Google Shape;817;p67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18" name="Google Shape;818;p67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19" name="Google Shape;819;p67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0" name="Google Shape;820;p67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1" name="Google Shape;821;p67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22" name="Google Shape;822;p67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3" name="Google Shape;823;p67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67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25" name="Google Shape;825;p67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6" name="Google Shape;826;p67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7" name="Google Shape;827;p67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28" name="Google Shape;828;p67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9" name="Google Shape;829;p6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0" name="Google Shape;830;p67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31" name="Google Shape;831;p67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32" name="Google Shape;832;p67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33" name="Google Shape;833;p6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68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36" name="Google Shape;836;p6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37" name="Google Shape;837;p6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38" name="Google Shape;838;p6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39" name="Google Shape;839;p6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69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42" name="Google Shape;842;p69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3" name="Google Shape;843;p69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44" name="Google Shape;844;p69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5" name="Google Shape;845;p69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46" name="Google Shape;846;p69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7" name="Google Shape;847;p6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69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49" name="Google Shape;849;p69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50" name="Google Shape;850;p69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1" name="Google Shape;851;p6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0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4" name="Google Shape;854;p70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5" name="Google Shape;855;p70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6" name="Google Shape;856;p70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7" name="Google Shape;857;p70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8" name="Google Shape;858;p70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9" name="Google Shape;859;p70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60" name="Google Shape;860;p70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61" name="Google Shape;861;p70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62" name="Google Shape;862;p70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63" name="Google Shape;863;p70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64" name="Google Shape;864;p70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65" name="Google Shape;865;p70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66" name="Google Shape;866;p7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7" name="Google Shape;867;p7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8" name="Google Shape;868;p7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9" name="Google Shape;869;p7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1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872" name="Google Shape;872;p71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73" name="Google Shape;873;p71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74" name="Google Shape;874;p71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75" name="Google Shape;875;p71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76" name="Google Shape;876;p71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877" name="Google Shape;877;p71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878" name="Google Shape;878;p71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879" name="Google Shape;879;p71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880" name="Google Shape;880;p71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1" name="Google Shape;881;p71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2" name="Google Shape;882;p71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3" name="Google Shape;883;p71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4" name="Google Shape;884;p71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85" name="Google Shape;885;p71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86" name="Google Shape;886;p71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7" name="Google Shape;887;p7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7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90" name="Google Shape;890;p72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91" name="Google Shape;891;p72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92" name="Google Shape;892;p7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93" name="Google Shape;893;p72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94" name="Google Shape;894;p72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95" name="Google Shape;895;p72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896" name="Google Shape;896;p7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99" name="Google Shape;899;p7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7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04" name="Google Shape;904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07" name="Google Shape;907;p7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08" name="Google Shape;908;p7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7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3" name="Google Shape;913;p7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7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8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8" name="Google Shape;918;p8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19" name="Google Shape;919;p8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8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8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4" name="Google Shape;924;p8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8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28" name="Google Shape;928;p8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29" name="Google Shape;929;p8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30" name="Google Shape;930;p8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31" name="Google Shape;931;p8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32" name="Google Shape;932;p8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33" name="Google Shape;933;p8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36" name="Google Shape;936;p8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37" name="Google Shape;937;p8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8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40" name="Google Shape;940;p8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41" name="Google Shape;941;p8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42" name="Google Shape;942;p8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43" name="Google Shape;943;p8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8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46" name="Google Shape;946;p8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47" name="Google Shape;947;p8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48" name="Google Shape;948;p8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49" name="Google Shape;949;p8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0" name="Google Shape;950;p8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1" name="Google Shape;951;p8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8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4" name="Google Shape;954;p8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5" name="Google Shape;955;p8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6" name="Google Shape;956;p8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7" name="Google Shape;957;p8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58" name="Google Shape;958;p8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9" name="Google Shape;959;p8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0" name="Google Shape;960;p8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1" name="Google Shape;961;p8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64" name="Google Shape;964;p8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9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7" name="Google Shape;967;p9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68" name="Google Shape;968;p9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69" name="Google Shape;969;p9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0" name="Google Shape;970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71" name="Google Shape;971;p9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72" name="Google Shape;972;p9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9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5" name="Google Shape;975;p9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76" name="Google Shape;976;p9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77" name="Google Shape;977;p9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8" name="Google Shape;978;p9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79" name="Google Shape;979;p9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80" name="Google Shape;980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81" name="Google Shape;981;p9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82" name="Google Shape;982;p9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83" name="Google Shape;983;p9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9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9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88" name="Google Shape;988;p9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89" name="Google Shape;989;p9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90" name="Google Shape;990;p9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91" name="Google Shape;991;p9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92" name="Google Shape;992;p9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93" name="Google Shape;993;p9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94" name="Google Shape;994;p9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95" name="Google Shape;995;p9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96" name="Google Shape;996;p9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79.xml"/><Relationship Id="rId42" Type="http://schemas.openxmlformats.org/officeDocument/2006/relationships/slideLayout" Target="../slideLayouts/slideLayout81.xml"/><Relationship Id="rId41" Type="http://schemas.openxmlformats.org/officeDocument/2006/relationships/slideLayout" Target="../slideLayouts/slideLayout80.xml"/><Relationship Id="rId44" Type="http://schemas.openxmlformats.org/officeDocument/2006/relationships/slideLayout" Target="../slideLayouts/slideLayout83.xml"/><Relationship Id="rId43" Type="http://schemas.openxmlformats.org/officeDocument/2006/relationships/slideLayout" Target="../slideLayouts/slideLayout82.xml"/><Relationship Id="rId46" Type="http://schemas.openxmlformats.org/officeDocument/2006/relationships/slideLayout" Target="../slideLayouts/slideLayout85.xml"/><Relationship Id="rId45" Type="http://schemas.openxmlformats.org/officeDocument/2006/relationships/slideLayout" Target="../slideLayouts/slideLayout84.xml"/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48" Type="http://schemas.openxmlformats.org/officeDocument/2006/relationships/slideLayout" Target="../slideLayouts/slideLayout87.xml"/><Relationship Id="rId47" Type="http://schemas.openxmlformats.org/officeDocument/2006/relationships/slideLayout" Target="../slideLayouts/slideLayout86.xml"/><Relationship Id="rId49" Type="http://schemas.openxmlformats.org/officeDocument/2006/relationships/slideLayout" Target="../slideLayouts/slideLayout88.xml"/><Relationship Id="rId5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Relationship Id="rId31" Type="http://schemas.openxmlformats.org/officeDocument/2006/relationships/slideLayout" Target="../slideLayouts/slideLayout70.xml"/><Relationship Id="rId30" Type="http://schemas.openxmlformats.org/officeDocument/2006/relationships/slideLayout" Target="../slideLayouts/slideLayout69.xml"/><Relationship Id="rId33" Type="http://schemas.openxmlformats.org/officeDocument/2006/relationships/slideLayout" Target="../slideLayouts/slideLayout72.xml"/><Relationship Id="rId32" Type="http://schemas.openxmlformats.org/officeDocument/2006/relationships/slideLayout" Target="../slideLayouts/slideLayout71.xml"/><Relationship Id="rId35" Type="http://schemas.openxmlformats.org/officeDocument/2006/relationships/slideLayout" Target="../slideLayouts/slideLayout74.xml"/><Relationship Id="rId34" Type="http://schemas.openxmlformats.org/officeDocument/2006/relationships/slideLayout" Target="../slideLayouts/slideLayout73.xml"/><Relationship Id="rId37" Type="http://schemas.openxmlformats.org/officeDocument/2006/relationships/slideLayout" Target="../slideLayouts/slideLayout76.xml"/><Relationship Id="rId36" Type="http://schemas.openxmlformats.org/officeDocument/2006/relationships/slideLayout" Target="../slideLayouts/slideLayout75.xml"/><Relationship Id="rId39" Type="http://schemas.openxmlformats.org/officeDocument/2006/relationships/slideLayout" Target="../slideLayouts/slideLayout78.xml"/><Relationship Id="rId38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62.xml"/><Relationship Id="rId26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66.xml"/><Relationship Id="rId29" Type="http://schemas.openxmlformats.org/officeDocument/2006/relationships/slideLayout" Target="../slideLayouts/slideLayout68.xml"/><Relationship Id="rId51" Type="http://schemas.openxmlformats.org/officeDocument/2006/relationships/slideLayout" Target="../slideLayouts/slideLayout90.xml"/><Relationship Id="rId50" Type="http://schemas.openxmlformats.org/officeDocument/2006/relationships/slideLayout" Target="../slideLayouts/slideLayout89.xml"/><Relationship Id="rId53" Type="http://schemas.openxmlformats.org/officeDocument/2006/relationships/theme" Target="../theme/theme3.xml"/><Relationship Id="rId52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1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5" name="Google Shape;435;p41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  <p:sldLayoutId id="2147483723" r:id="rId37"/>
    <p:sldLayoutId id="2147483724" r:id="rId38"/>
    <p:sldLayoutId id="2147483725" r:id="rId39"/>
    <p:sldLayoutId id="2147483726" r:id="rId40"/>
    <p:sldLayoutId id="2147483727" r:id="rId41"/>
    <p:sldLayoutId id="2147483728" r:id="rId42"/>
    <p:sldLayoutId id="2147483729" r:id="rId43"/>
    <p:sldLayoutId id="2147483730" r:id="rId44"/>
    <p:sldLayoutId id="2147483731" r:id="rId45"/>
    <p:sldLayoutId id="2147483732" r:id="rId46"/>
    <p:sldLayoutId id="2147483733" r:id="rId47"/>
    <p:sldLayoutId id="2147483734" r:id="rId48"/>
    <p:sldLayoutId id="2147483735" r:id="rId49"/>
    <p:sldLayoutId id="2147483736" r:id="rId50"/>
    <p:sldLayoutId id="2147483737" r:id="rId51"/>
    <p:sldLayoutId id="2147483738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hyperlink" Target="https://github.com/ric-brown/VerizionElipsisLab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hyperlink" Target="https://github.com/ric-brown/VerizionElipsisLab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94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the </a:t>
            </a:r>
            <a:r>
              <a:rPr lang="en"/>
              <a:t>Verizon Jetpack</a:t>
            </a:r>
            <a:r>
              <a:rPr lang="en"/>
              <a:t> </a:t>
            </a:r>
            <a:endParaRPr/>
          </a:p>
        </p:txBody>
      </p:sp>
      <p:sp>
        <p:nvSpPr>
          <p:cNvPr id="1002" name="Google Shape;1002;p94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Eric Brown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95"/>
          <p:cNvSpPr txBox="1"/>
          <p:nvPr>
            <p:ph type="title"/>
          </p:nvPr>
        </p:nvSpPr>
        <p:spPr>
          <a:xfrm>
            <a:off x="298379" y="-99297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008" name="Google Shape;1008;p95"/>
          <p:cNvSpPr txBox="1"/>
          <p:nvPr>
            <p:ph idx="1" type="subTitle"/>
          </p:nvPr>
        </p:nvSpPr>
        <p:spPr>
          <a:xfrm>
            <a:off x="553362" y="1133412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Firmware Acquisition</a:t>
            </a:r>
            <a:endParaRPr/>
          </a:p>
        </p:txBody>
      </p:sp>
      <p:sp>
        <p:nvSpPr>
          <p:cNvPr id="1009" name="Google Shape;1009;p95"/>
          <p:cNvSpPr txBox="1"/>
          <p:nvPr>
            <p:ph idx="2" type="subTitle"/>
          </p:nvPr>
        </p:nvSpPr>
        <p:spPr>
          <a:xfrm>
            <a:off x="553362" y="1891367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Reconnaissance</a:t>
            </a:r>
            <a:endParaRPr/>
          </a:p>
        </p:txBody>
      </p:sp>
      <p:sp>
        <p:nvSpPr>
          <p:cNvPr id="1010" name="Google Shape;1010;p95"/>
          <p:cNvSpPr txBox="1"/>
          <p:nvPr>
            <p:ph idx="3" type="subTitle"/>
          </p:nvPr>
        </p:nvSpPr>
        <p:spPr>
          <a:xfrm>
            <a:off x="553362" y="4165232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</a:t>
            </a:r>
            <a:endParaRPr/>
          </a:p>
        </p:txBody>
      </p:sp>
      <p:sp>
        <p:nvSpPr>
          <p:cNvPr id="1011" name="Google Shape;1011;p95"/>
          <p:cNvSpPr txBox="1"/>
          <p:nvPr>
            <p:ph idx="4" type="subTitle"/>
          </p:nvPr>
        </p:nvSpPr>
        <p:spPr>
          <a:xfrm>
            <a:off x="553362" y="2649322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Attack Vectors</a:t>
            </a:r>
            <a:endParaRPr/>
          </a:p>
        </p:txBody>
      </p:sp>
      <p:sp>
        <p:nvSpPr>
          <p:cNvPr id="1012" name="Google Shape;1012;p95"/>
          <p:cNvSpPr txBox="1"/>
          <p:nvPr>
            <p:ph idx="6" type="subTitle"/>
          </p:nvPr>
        </p:nvSpPr>
        <p:spPr>
          <a:xfrm>
            <a:off x="553362" y="3407277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Analysis</a:t>
            </a:r>
            <a:endParaRPr/>
          </a:p>
        </p:txBody>
      </p:sp>
      <p:pic>
        <p:nvPicPr>
          <p:cNvPr id="1013" name="Google Shape;101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9978" y="706699"/>
            <a:ext cx="3217200" cy="3230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95"/>
          <p:cNvSpPr txBox="1"/>
          <p:nvPr>
            <p:ph idx="1" type="subTitle"/>
          </p:nvPr>
        </p:nvSpPr>
        <p:spPr>
          <a:xfrm>
            <a:off x="3468352" y="4227000"/>
            <a:ext cx="5571900" cy="6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https://github.com/ric-brown/VerizionElipsisLab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96"/>
          <p:cNvSpPr txBox="1"/>
          <p:nvPr>
            <p:ph type="title"/>
          </p:nvPr>
        </p:nvSpPr>
        <p:spPr>
          <a:xfrm>
            <a:off x="699224" y="494834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Overview</a:t>
            </a:r>
            <a:endParaRPr/>
          </a:p>
        </p:txBody>
      </p:sp>
      <p:sp>
        <p:nvSpPr>
          <p:cNvPr id="1020" name="Google Shape;1020;p96"/>
          <p:cNvSpPr txBox="1"/>
          <p:nvPr>
            <p:ph idx="1" type="body"/>
          </p:nvPr>
        </p:nvSpPr>
        <p:spPr>
          <a:xfrm>
            <a:off x="782031" y="1452137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Verizon Ellipsis Jetpack MHS800L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4G LTE Hot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Released in 2016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Recalled in 2021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~ 2 million recalls</a:t>
            </a:r>
            <a:endParaRPr sz="1800"/>
          </a:p>
        </p:txBody>
      </p:sp>
      <p:pic>
        <p:nvPicPr>
          <p:cNvPr id="1021" name="Google Shape;1021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02250"/>
            <a:ext cx="3918675" cy="293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97"/>
          <p:cNvSpPr txBox="1"/>
          <p:nvPr>
            <p:ph idx="1" type="body"/>
          </p:nvPr>
        </p:nvSpPr>
        <p:spPr>
          <a:xfrm>
            <a:off x="508882" y="1836640"/>
            <a:ext cx="4029900" cy="204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No Information</a:t>
            </a:r>
            <a:endParaRPr sz="18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Updater Tool from </a:t>
            </a:r>
            <a:r>
              <a:rPr lang="en" sz="1500"/>
              <a:t>Verizon's</a:t>
            </a:r>
            <a:r>
              <a:rPr lang="en" sz="1500"/>
              <a:t> website</a:t>
            </a:r>
            <a:endParaRPr sz="15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7zip on .exe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unsquashfs on payload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Now we have the firmware</a:t>
            </a:r>
            <a:endParaRPr sz="18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What’s next?</a:t>
            </a:r>
            <a:endParaRPr sz="1500"/>
          </a:p>
        </p:txBody>
      </p:sp>
      <p:sp>
        <p:nvSpPr>
          <p:cNvPr id="1027" name="Google Shape;1027;p9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Firmware </a:t>
            </a:r>
            <a:r>
              <a:rPr lang="en"/>
              <a:t>Acquisition</a:t>
            </a:r>
            <a:endParaRPr/>
          </a:p>
        </p:txBody>
      </p:sp>
      <p:sp>
        <p:nvSpPr>
          <p:cNvPr id="1028" name="Google Shape;1028;p97"/>
          <p:cNvSpPr txBox="1"/>
          <p:nvPr>
            <p:ph idx="5" type="subTitle"/>
          </p:nvPr>
        </p:nvSpPr>
        <p:spPr>
          <a:xfrm>
            <a:off x="508920" y="135544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Black Hat</a:t>
            </a:r>
            <a:endParaRPr/>
          </a:p>
        </p:txBody>
      </p:sp>
      <p:pic>
        <p:nvPicPr>
          <p:cNvPr id="1029" name="Google Shape;1029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4451" y="1201063"/>
            <a:ext cx="2741350" cy="274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98"/>
          <p:cNvSpPr txBox="1"/>
          <p:nvPr>
            <p:ph type="title"/>
          </p:nvPr>
        </p:nvSpPr>
        <p:spPr>
          <a:xfrm>
            <a:off x="387450" y="526350"/>
            <a:ext cx="83691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Reconnaissance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99"/>
          <p:cNvSpPr txBox="1"/>
          <p:nvPr>
            <p:ph idx="1" type="body"/>
          </p:nvPr>
        </p:nvSpPr>
        <p:spPr>
          <a:xfrm>
            <a:off x="366725" y="1265951"/>
            <a:ext cx="8410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Command:</a:t>
            </a:r>
            <a:endParaRPr/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find rootfs_extracted -type f -exec file {} \; | </a:t>
            </a:r>
            <a:r>
              <a:rPr lang="en"/>
              <a:t>g</a:t>
            </a:r>
            <a:r>
              <a:rPr lang="en"/>
              <a:t>rep -E 'ELF|ARM|MIPS|x86' </a:t>
            </a:r>
            <a:endParaRPr/>
          </a:p>
        </p:txBody>
      </p:sp>
      <p:sp>
        <p:nvSpPr>
          <p:cNvPr id="1040" name="Google Shape;1040;p9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Reconnaissance</a:t>
            </a:r>
            <a:endParaRPr/>
          </a:p>
        </p:txBody>
      </p:sp>
      <p:sp>
        <p:nvSpPr>
          <p:cNvPr id="1041" name="Google Shape;1041;p99"/>
          <p:cNvSpPr txBox="1"/>
          <p:nvPr>
            <p:ph idx="1" type="body"/>
          </p:nvPr>
        </p:nvSpPr>
        <p:spPr>
          <a:xfrm>
            <a:off x="367675" y="2215370"/>
            <a:ext cx="8410500" cy="278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 (truncated):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rootfs_extracted/bin/</a:t>
            </a:r>
            <a:r>
              <a:rPr lang="en">
                <a:solidFill>
                  <a:srgbClr val="FF9900"/>
                </a:solidFill>
              </a:rPr>
              <a:t>busybox</a:t>
            </a:r>
            <a:r>
              <a:rPr lang="en"/>
              <a:t>: 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**</a:t>
            </a:r>
            <a:r>
              <a:rPr lang="en">
                <a:solidFill>
                  <a:srgbClr val="FF9900"/>
                </a:solidFill>
              </a:rPr>
              <a:t>E</a:t>
            </a:r>
            <a:r>
              <a:rPr lang="en">
                <a:solidFill>
                  <a:srgbClr val="FF9900"/>
                </a:solidFill>
              </a:rPr>
              <a:t>LF 32-bit</a:t>
            </a:r>
            <a:r>
              <a:rPr lang="en"/>
              <a:t> MSB executable, MIPS, </a:t>
            </a:r>
            <a:r>
              <a:rPr lang="en">
                <a:solidFill>
                  <a:srgbClr val="FF9900"/>
                </a:solidFill>
              </a:rPr>
              <a:t>MIPS32 rel2</a:t>
            </a:r>
            <a:r>
              <a:rPr lang="en"/>
              <a:t>** version 1 (SYSV) // Most </a:t>
            </a:r>
            <a:r>
              <a:rPr lang="en"/>
              <a:t>Significant</a:t>
            </a:r>
            <a:r>
              <a:rPr lang="en"/>
              <a:t> bit (</a:t>
            </a:r>
            <a:r>
              <a:rPr lang="en">
                <a:solidFill>
                  <a:srgbClr val="FF9900"/>
                </a:solidFill>
              </a:rPr>
              <a:t>Big Endian</a:t>
            </a:r>
            <a:r>
              <a:rPr lang="en"/>
              <a:t>)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...   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dynamically linked, interpreter **/lib/</a:t>
            </a:r>
            <a:r>
              <a:rPr lang="en">
                <a:solidFill>
                  <a:srgbClr val="FF9900"/>
                </a:solidFill>
              </a:rPr>
              <a:t>ld-uClibc.so.0</a:t>
            </a:r>
            <a:r>
              <a:rPr lang="en"/>
              <a:t>* // Very common for IoT Devices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...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rootfs_extracted/lib/modules/3.7.6/ (</a:t>
            </a:r>
            <a:r>
              <a:rPr lang="en">
                <a:solidFill>
                  <a:srgbClr val="FF9900"/>
                </a:solidFill>
              </a:rPr>
              <a:t>OpenWRT 3.7.6</a:t>
            </a:r>
            <a:r>
              <a:rPr lang="en"/>
              <a:t>)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100"/>
          <p:cNvSpPr txBox="1"/>
          <p:nvPr>
            <p:ph idx="4294967295" type="body"/>
          </p:nvPr>
        </p:nvSpPr>
        <p:spPr>
          <a:xfrm>
            <a:off x="360550" y="1389323"/>
            <a:ext cx="4098600" cy="1860600"/>
          </a:xfrm>
          <a:prstGeom prst="rect">
            <a:avLst/>
          </a:prstGeom>
        </p:spPr>
        <p:txBody>
          <a:bodyPr anchorCtr="0" anchor="t" bIns="97600" lIns="97600" spcFirstLastPara="1" rIns="97600" wrap="square" tIns="97600">
            <a:noAutofit/>
          </a:bodyPr>
          <a:lstStyle/>
          <a:p>
            <a:pPr indent="-320301" lvl="0" marL="488203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Vulnerability in a specific library/configuration</a:t>
            </a:r>
            <a:endParaRPr sz="1200"/>
          </a:p>
          <a:p>
            <a:pPr indent="-320301" lvl="0" marL="488203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Specific Bug</a:t>
            </a:r>
            <a:endParaRPr sz="1200"/>
          </a:p>
          <a:p>
            <a:pPr indent="-320302" lvl="1" marL="976407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i.e BusyBox v 1.2.3 has buffer overflow</a:t>
            </a:r>
            <a:endParaRPr sz="1200"/>
          </a:p>
          <a:p>
            <a:pPr indent="-320301" lvl="0" marL="488203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Automate with Syft + Grype</a:t>
            </a:r>
            <a:endParaRPr sz="1200"/>
          </a:p>
          <a:p>
            <a:pPr indent="-320302" lvl="1" marL="976407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Found nothing</a:t>
            </a:r>
            <a:endParaRPr sz="1200"/>
          </a:p>
          <a:p>
            <a:pPr indent="-320302" lvl="1" marL="976407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Expected</a:t>
            </a:r>
            <a:endParaRPr sz="1200"/>
          </a:p>
        </p:txBody>
      </p:sp>
      <p:sp>
        <p:nvSpPr>
          <p:cNvPr id="1047" name="Google Shape;1047;p100"/>
          <p:cNvSpPr txBox="1"/>
          <p:nvPr>
            <p:ph idx="4294967295" type="subTitle"/>
          </p:nvPr>
        </p:nvSpPr>
        <p:spPr>
          <a:xfrm>
            <a:off x="360593" y="875500"/>
            <a:ext cx="4118700" cy="514200"/>
          </a:xfrm>
          <a:prstGeom prst="rect">
            <a:avLst/>
          </a:prstGeom>
        </p:spPr>
        <p:txBody>
          <a:bodyPr anchorCtr="0" anchor="ctr" bIns="97600" lIns="97600" spcFirstLastPara="1" rIns="97600" wrap="square" tIns="97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81"/>
              <a:t>Common Vulnerability Exposures (CVEs)</a:t>
            </a:r>
            <a:endParaRPr b="1" sz="1681"/>
          </a:p>
        </p:txBody>
      </p:sp>
      <p:pic>
        <p:nvPicPr>
          <p:cNvPr id="1048" name="Google Shape;1048;p100"/>
          <p:cNvPicPr preferRelativeResize="0"/>
          <p:nvPr/>
        </p:nvPicPr>
        <p:blipFill rotWithShape="1">
          <a:blip r:embed="rId3">
            <a:alphaModFix/>
          </a:blip>
          <a:srcRect b="24797" l="4615" r="8954" t="22800"/>
          <a:stretch/>
        </p:blipFill>
        <p:spPr>
          <a:xfrm>
            <a:off x="4768387" y="2629975"/>
            <a:ext cx="3793475" cy="129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101"/>
          <p:cNvSpPr txBox="1"/>
          <p:nvPr>
            <p:ph idx="1" type="body"/>
          </p:nvPr>
        </p:nvSpPr>
        <p:spPr>
          <a:xfrm>
            <a:off x="366725" y="1265951"/>
            <a:ext cx="8410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Command:</a:t>
            </a:r>
            <a:endParaRPr/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nmap -sV -p- </a:t>
            </a:r>
            <a:r>
              <a:rPr lang="en"/>
              <a:t>--</a:t>
            </a:r>
            <a:r>
              <a:rPr lang="en"/>
              <a:t>open 192.168.1.1</a:t>
            </a:r>
            <a:endParaRPr/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10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Reconnaissance</a:t>
            </a:r>
            <a:endParaRPr/>
          </a:p>
        </p:txBody>
      </p:sp>
      <p:sp>
        <p:nvSpPr>
          <p:cNvPr id="1055" name="Google Shape;1055;p101"/>
          <p:cNvSpPr txBox="1"/>
          <p:nvPr>
            <p:ph idx="1" type="body"/>
          </p:nvPr>
        </p:nvSpPr>
        <p:spPr>
          <a:xfrm>
            <a:off x="367675" y="2266074"/>
            <a:ext cx="8410500" cy="213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Output: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PORT</a:t>
            </a:r>
            <a:r>
              <a:rPr lang="en"/>
              <a:t>    </a:t>
            </a:r>
            <a:r>
              <a:rPr lang="en"/>
              <a:t>STATE   SERVICE     VERSION 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23/tcp   open      telnet          </a:t>
            </a:r>
            <a:r>
              <a:rPr lang="en">
                <a:solidFill>
                  <a:srgbClr val="FF9900"/>
                </a:solidFill>
              </a:rPr>
              <a:t>BusyBox </a:t>
            </a:r>
            <a:r>
              <a:rPr lang="en"/>
              <a:t>telnetd (OpenWRT, ...) 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80/tcp   open      </a:t>
            </a:r>
            <a:r>
              <a:rPr lang="en">
                <a:solidFill>
                  <a:srgbClr val="FF9900"/>
                </a:solidFill>
              </a:rPr>
              <a:t>http </a:t>
            </a:r>
            <a:r>
              <a:rPr lang="en"/>
              <a:t>           lighttpd 1.4.30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02"/>
          <p:cNvSpPr txBox="1"/>
          <p:nvPr>
            <p:ph type="title"/>
          </p:nvPr>
        </p:nvSpPr>
        <p:spPr>
          <a:xfrm>
            <a:off x="601941" y="1586275"/>
            <a:ext cx="3697500" cy="1970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Hypothesize Attack Vector</a:t>
            </a:r>
            <a:endParaRPr/>
          </a:p>
        </p:txBody>
      </p:sp>
      <p:sp>
        <p:nvSpPr>
          <p:cNvPr id="1061" name="Google Shape;1061;p102"/>
          <p:cNvSpPr txBox="1"/>
          <p:nvPr>
            <p:ph idx="4294967295" type="body"/>
          </p:nvPr>
        </p:nvSpPr>
        <p:spPr>
          <a:xfrm>
            <a:off x="4729450" y="1312719"/>
            <a:ext cx="4098600" cy="1475700"/>
          </a:xfrm>
          <a:prstGeom prst="rect">
            <a:avLst/>
          </a:prstGeom>
        </p:spPr>
        <p:txBody>
          <a:bodyPr anchorCtr="0" anchor="t" bIns="97600" lIns="97600" spcFirstLastPara="1" rIns="97600" wrap="square" tIns="97600">
            <a:noAutofit/>
          </a:bodyPr>
          <a:lstStyle/>
          <a:p>
            <a:pPr indent="-318688" lvl="0" marL="488203" rtl="0" algn="l">
              <a:spcBef>
                <a:spcPts val="0"/>
              </a:spcBef>
              <a:spcAft>
                <a:spcPts val="0"/>
              </a:spcAft>
              <a:buSzPts val="1175"/>
              <a:buChar char="●"/>
            </a:pPr>
            <a:r>
              <a:rPr lang="en" sz="1174"/>
              <a:t>Library of software and hardware security issues</a:t>
            </a:r>
            <a:endParaRPr sz="1174"/>
          </a:p>
          <a:p>
            <a:pPr indent="-318688" lvl="0" marL="488203" rtl="0" algn="l">
              <a:spcBef>
                <a:spcPts val="0"/>
              </a:spcBef>
              <a:spcAft>
                <a:spcPts val="0"/>
              </a:spcAft>
              <a:buSzPts val="1175"/>
              <a:buChar char="●"/>
            </a:pPr>
            <a:r>
              <a:rPr lang="en" sz="1174"/>
              <a:t>More generic category</a:t>
            </a:r>
            <a:endParaRPr sz="1174"/>
          </a:p>
          <a:p>
            <a:pPr indent="-318689" lvl="1" marL="976407" rtl="0" algn="l">
              <a:spcBef>
                <a:spcPts val="0"/>
              </a:spcBef>
              <a:spcAft>
                <a:spcPts val="0"/>
              </a:spcAft>
              <a:buSzPts val="1175"/>
              <a:buChar char="○"/>
            </a:pPr>
            <a:r>
              <a:rPr lang="en" sz="1174"/>
              <a:t>i.e </a:t>
            </a:r>
            <a:r>
              <a:rPr lang="en" sz="1174"/>
              <a:t>buffer overflow</a:t>
            </a:r>
            <a:endParaRPr sz="1174"/>
          </a:p>
        </p:txBody>
      </p:sp>
      <p:sp>
        <p:nvSpPr>
          <p:cNvPr id="1062" name="Google Shape;1062;p102"/>
          <p:cNvSpPr txBox="1"/>
          <p:nvPr>
            <p:ph idx="4294967295" type="subTitle"/>
          </p:nvPr>
        </p:nvSpPr>
        <p:spPr>
          <a:xfrm>
            <a:off x="4729490" y="798892"/>
            <a:ext cx="4098600" cy="514200"/>
          </a:xfrm>
          <a:prstGeom prst="rect">
            <a:avLst/>
          </a:prstGeom>
        </p:spPr>
        <p:txBody>
          <a:bodyPr anchorCtr="0" anchor="ctr" bIns="97600" lIns="97600" spcFirstLastPara="1" rIns="97600" wrap="square" tIns="976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81"/>
              <a:t>Common Weakness Enumeration (CWE)</a:t>
            </a:r>
            <a:endParaRPr b="1" sz="1281"/>
          </a:p>
        </p:txBody>
      </p:sp>
      <p:sp>
        <p:nvSpPr>
          <p:cNvPr id="1063" name="Google Shape;1063;p102"/>
          <p:cNvSpPr txBox="1"/>
          <p:nvPr>
            <p:ph idx="4294967295" type="body"/>
          </p:nvPr>
        </p:nvSpPr>
        <p:spPr>
          <a:xfrm>
            <a:off x="4729425" y="2899284"/>
            <a:ext cx="4098600" cy="1827600"/>
          </a:xfrm>
          <a:prstGeom prst="rect">
            <a:avLst/>
          </a:prstGeom>
        </p:spPr>
        <p:txBody>
          <a:bodyPr anchorCtr="0" anchor="t" bIns="97600" lIns="97600" spcFirstLastPara="1" rIns="97600" wrap="square" tIns="97600">
            <a:noAutofit/>
          </a:bodyPr>
          <a:lstStyle/>
          <a:p>
            <a:pPr indent="-307601" lvl="0" marL="48820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OpenWRT 3.7.6</a:t>
            </a:r>
            <a:endParaRPr sz="1000"/>
          </a:p>
          <a:p>
            <a:pPr indent="-307601" lvl="0" marL="48820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BusyBox</a:t>
            </a:r>
            <a:endParaRPr sz="1000"/>
          </a:p>
          <a:p>
            <a:pPr indent="-312338" lvl="0" marL="48820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75"/>
              <a:buChar char="●"/>
            </a:pPr>
            <a:r>
              <a:rPr lang="en" sz="1000"/>
              <a:t>32-Bit ELF Binary</a:t>
            </a:r>
            <a:endParaRPr sz="1000"/>
          </a:p>
          <a:p>
            <a:pPr indent="-307601" lvl="0" marL="48820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lighttpd 1.4.30 (WebUI)</a:t>
            </a:r>
            <a:endParaRPr sz="1000"/>
          </a:p>
          <a:p>
            <a:pPr indent="-312338" lvl="0" marL="48820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75"/>
              <a:buChar char="●"/>
            </a:pPr>
            <a:r>
              <a:rPr lang="en" sz="1000"/>
              <a:t>uClibc</a:t>
            </a:r>
            <a:endParaRPr sz="1000"/>
          </a:p>
          <a:p>
            <a:pPr indent="-312338" lvl="0" marL="488203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075"/>
              <a:buChar char="●"/>
            </a:pPr>
            <a:r>
              <a:rPr lang="en" sz="1000"/>
              <a:t>MIPS32 release 2</a:t>
            </a:r>
            <a:endParaRPr sz="1000"/>
          </a:p>
        </p:txBody>
      </p:sp>
      <p:sp>
        <p:nvSpPr>
          <p:cNvPr id="1064" name="Google Shape;1064;p102"/>
          <p:cNvSpPr txBox="1"/>
          <p:nvPr>
            <p:ph idx="4294967295" type="subTitle"/>
          </p:nvPr>
        </p:nvSpPr>
        <p:spPr>
          <a:xfrm>
            <a:off x="4729465" y="2385467"/>
            <a:ext cx="4098600" cy="514200"/>
          </a:xfrm>
          <a:prstGeom prst="rect">
            <a:avLst/>
          </a:prstGeom>
        </p:spPr>
        <p:txBody>
          <a:bodyPr anchorCtr="0" anchor="ctr" bIns="97600" lIns="97600" spcFirstLastPara="1" rIns="97600" wrap="square" tIns="976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81"/>
              <a:t>What we know:</a:t>
            </a:r>
            <a:endParaRPr b="1" sz="128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03"/>
          <p:cNvSpPr txBox="1"/>
          <p:nvPr>
            <p:ph type="title"/>
          </p:nvPr>
        </p:nvSpPr>
        <p:spPr>
          <a:xfrm>
            <a:off x="601941" y="1586275"/>
            <a:ext cx="3697500" cy="1970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UIs on IoT Devices</a:t>
            </a:r>
            <a:endParaRPr/>
          </a:p>
        </p:txBody>
      </p:sp>
      <p:sp>
        <p:nvSpPr>
          <p:cNvPr id="1070" name="Google Shape;1070;p103"/>
          <p:cNvSpPr txBox="1"/>
          <p:nvPr>
            <p:ph idx="4294967295" type="body"/>
          </p:nvPr>
        </p:nvSpPr>
        <p:spPr>
          <a:xfrm>
            <a:off x="4729425" y="1857665"/>
            <a:ext cx="4098600" cy="2219400"/>
          </a:xfrm>
          <a:prstGeom prst="rect">
            <a:avLst/>
          </a:prstGeom>
        </p:spPr>
        <p:txBody>
          <a:bodyPr anchorCtr="0" anchor="t" bIns="97600" lIns="97600" spcFirstLastPara="1" rIns="97600" wrap="square" tIns="97600">
            <a:noAutofit/>
          </a:bodyPr>
          <a:lstStyle/>
          <a:p>
            <a:pPr indent="-312338" lvl="0" marL="48820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5"/>
              <a:buChar char="●"/>
            </a:pPr>
            <a:r>
              <a:rPr lang="en" sz="1000"/>
              <a:t>Limited RAM/CPU</a:t>
            </a:r>
            <a:endParaRPr sz="1000"/>
          </a:p>
          <a:p>
            <a:pPr indent="-307602" lvl="1" marL="976407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Light WebUIs</a:t>
            </a:r>
            <a:endParaRPr sz="1000"/>
          </a:p>
          <a:p>
            <a:pPr indent="-312338" lvl="0" marL="48820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75"/>
              <a:buChar char="●"/>
            </a:pPr>
            <a:r>
              <a:rPr lang="en" sz="1000"/>
              <a:t>Custom code</a:t>
            </a:r>
            <a:endParaRPr sz="1000"/>
          </a:p>
          <a:p>
            <a:pPr indent="-307601" lvl="0" marL="48820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Frequent WebUI CWEs</a:t>
            </a:r>
            <a:endParaRPr sz="1000"/>
          </a:p>
          <a:p>
            <a:pPr indent="-307602" lvl="1" marL="976407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Improper Input Validation (CWE-20)</a:t>
            </a:r>
            <a:endParaRPr sz="1000"/>
          </a:p>
          <a:p>
            <a:pPr indent="-307602" lvl="1" marL="976407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Hard coded Credentials (CWE-798)</a:t>
            </a:r>
            <a:endParaRPr sz="1000"/>
          </a:p>
          <a:p>
            <a:pPr indent="-307602" lvl="1" marL="976407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000"/>
              <a:buChar char="○"/>
            </a:pPr>
            <a:r>
              <a:rPr lang="en" sz="1000"/>
              <a:t>Buffer Overflow (CWE-120)</a:t>
            </a:r>
            <a:endParaRPr sz="1000"/>
          </a:p>
        </p:txBody>
      </p:sp>
      <p:sp>
        <p:nvSpPr>
          <p:cNvPr id="1071" name="Google Shape;1071;p103"/>
          <p:cNvSpPr txBox="1"/>
          <p:nvPr>
            <p:ph idx="4294967295" type="subTitle"/>
          </p:nvPr>
        </p:nvSpPr>
        <p:spPr>
          <a:xfrm>
            <a:off x="4729465" y="1343862"/>
            <a:ext cx="4098600" cy="514200"/>
          </a:xfrm>
          <a:prstGeom prst="rect">
            <a:avLst/>
          </a:prstGeom>
        </p:spPr>
        <p:txBody>
          <a:bodyPr anchorCtr="0" anchor="ctr" bIns="97600" lIns="97600" spcFirstLastPara="1" rIns="97600" wrap="square" tIns="976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81"/>
              <a:t>Why</a:t>
            </a:r>
            <a:r>
              <a:rPr b="1" lang="en" sz="1281"/>
              <a:t>:</a:t>
            </a:r>
            <a:endParaRPr b="1" sz="128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04"/>
          <p:cNvSpPr txBox="1"/>
          <p:nvPr>
            <p:ph type="title"/>
          </p:nvPr>
        </p:nvSpPr>
        <p:spPr>
          <a:xfrm>
            <a:off x="601961" y="1586275"/>
            <a:ext cx="8064900" cy="1970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find the WebUI Binary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05"/>
          <p:cNvSpPr txBox="1"/>
          <p:nvPr>
            <p:ph type="title"/>
          </p:nvPr>
        </p:nvSpPr>
        <p:spPr>
          <a:xfrm>
            <a:off x="539561" y="1586400"/>
            <a:ext cx="8064900" cy="1970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2" name="Google Shape;1082;p105" title="findfcg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99" y="0"/>
            <a:ext cx="882102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105"/>
          <p:cNvSpPr txBox="1"/>
          <p:nvPr/>
        </p:nvSpPr>
        <p:spPr>
          <a:xfrm>
            <a:off x="5597950" y="351450"/>
            <a:ext cx="26823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Common Gateway Interface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executable script on web server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typical for lightweight web UIs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106"/>
          <p:cNvSpPr txBox="1"/>
          <p:nvPr>
            <p:ph type="title"/>
          </p:nvPr>
        </p:nvSpPr>
        <p:spPr>
          <a:xfrm>
            <a:off x="601961" y="2887458"/>
            <a:ext cx="8064900" cy="1970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Sink Analysis</a:t>
            </a:r>
            <a:endParaRPr/>
          </a:p>
        </p:txBody>
      </p:sp>
      <p:pic>
        <p:nvPicPr>
          <p:cNvPr id="1089" name="Google Shape;1089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1487" y="180121"/>
            <a:ext cx="3264024" cy="3264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10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095" name="Google Shape;1095;p107" title="s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840" y="-125"/>
            <a:ext cx="472317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107"/>
          <p:cNvSpPr txBox="1"/>
          <p:nvPr>
            <p:ph idx="4294967295" type="body"/>
          </p:nvPr>
        </p:nvSpPr>
        <p:spPr>
          <a:xfrm>
            <a:off x="383618" y="1914859"/>
            <a:ext cx="4098600" cy="1827600"/>
          </a:xfrm>
          <a:prstGeom prst="rect">
            <a:avLst/>
          </a:prstGeom>
        </p:spPr>
        <p:txBody>
          <a:bodyPr anchorCtr="0" anchor="t" bIns="97600" lIns="97600" spcFirstLastPara="1" rIns="97600" wrap="square" tIns="97600">
            <a:noAutofit/>
          </a:bodyPr>
          <a:lstStyle/>
          <a:p>
            <a:pPr indent="-312338" lvl="0" marL="48820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5"/>
              <a:buChar char="●"/>
            </a:pPr>
            <a:r>
              <a:rPr lang="en" sz="1000"/>
              <a:t>uClibc</a:t>
            </a:r>
            <a:endParaRPr sz="1000"/>
          </a:p>
          <a:p>
            <a:pPr indent="-307602" lvl="1" marL="976407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system()</a:t>
            </a:r>
            <a:endParaRPr sz="1000"/>
          </a:p>
          <a:p>
            <a:pPr indent="-307602" lvl="1" marL="976407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execve()</a:t>
            </a:r>
            <a:endParaRPr sz="1000"/>
          </a:p>
          <a:p>
            <a:pPr indent="-307602" lvl="1" marL="976407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popen()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097" name="Google Shape;1097;p107"/>
          <p:cNvSpPr txBox="1"/>
          <p:nvPr>
            <p:ph idx="4294967295" type="subTitle"/>
          </p:nvPr>
        </p:nvSpPr>
        <p:spPr>
          <a:xfrm>
            <a:off x="383658" y="1401042"/>
            <a:ext cx="4098600" cy="514200"/>
          </a:xfrm>
          <a:prstGeom prst="rect">
            <a:avLst/>
          </a:prstGeom>
        </p:spPr>
        <p:txBody>
          <a:bodyPr anchorCtr="0" anchor="ctr" bIns="97600" lIns="97600" spcFirstLastPara="1" rIns="97600" wrap="square" tIns="976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81"/>
              <a:t>What we know: </a:t>
            </a:r>
            <a:endParaRPr b="1" sz="128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08"/>
          <p:cNvSpPr txBox="1"/>
          <p:nvPr>
            <p:ph type="title"/>
          </p:nvPr>
        </p:nvSpPr>
        <p:spPr>
          <a:xfrm>
            <a:off x="601961" y="3108574"/>
            <a:ext cx="8064900" cy="1970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Approach</a:t>
            </a:r>
            <a:endParaRPr/>
          </a:p>
        </p:txBody>
      </p:sp>
      <p:pic>
        <p:nvPicPr>
          <p:cNvPr id="1103" name="Google Shape;110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8285" y="356541"/>
            <a:ext cx="4207950" cy="342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0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109"/>
          <p:cNvSpPr txBox="1"/>
          <p:nvPr>
            <p:ph idx="4294967295" type="body"/>
          </p:nvPr>
        </p:nvSpPr>
        <p:spPr>
          <a:xfrm>
            <a:off x="188025" y="1914868"/>
            <a:ext cx="3885600" cy="1827600"/>
          </a:xfrm>
          <a:prstGeom prst="rect">
            <a:avLst/>
          </a:prstGeom>
        </p:spPr>
        <p:txBody>
          <a:bodyPr anchorCtr="0" anchor="t" bIns="97600" lIns="97600" spcFirstLastPara="1" rIns="97600" wrap="square" tIns="97600">
            <a:noAutofit/>
          </a:bodyPr>
          <a:lstStyle/>
          <a:p>
            <a:pPr indent="-312338" lvl="0" marL="48820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5"/>
              <a:buChar char="●"/>
            </a:pPr>
            <a:r>
              <a:rPr lang="en" sz="1000"/>
              <a:t>OpenWRT</a:t>
            </a:r>
            <a:endParaRPr sz="1000"/>
          </a:p>
          <a:p>
            <a:pPr indent="-307602" lvl="1" marL="976407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uses uci commands to apply changes to device</a:t>
            </a:r>
            <a:endParaRPr sz="1000"/>
          </a:p>
          <a:p>
            <a:pPr indent="-307601" lvl="0" marL="48820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 uci [command] [config].[section].[option]=’[value]’</a:t>
            </a:r>
            <a:endParaRPr sz="1000"/>
          </a:p>
          <a:p>
            <a:pPr indent="-307602" lvl="1" marL="976407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uci set firewall.DMZ.dest ip=’[user input]’</a:t>
            </a:r>
            <a:endParaRPr sz="1000"/>
          </a:p>
          <a:p>
            <a:pPr indent="0" lvl="0" marL="48820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110" name="Google Shape;1110;p109"/>
          <p:cNvSpPr txBox="1"/>
          <p:nvPr>
            <p:ph idx="4294967295" type="subTitle"/>
          </p:nvPr>
        </p:nvSpPr>
        <p:spPr>
          <a:xfrm>
            <a:off x="188063" y="1401050"/>
            <a:ext cx="3885600" cy="514200"/>
          </a:xfrm>
          <a:prstGeom prst="rect">
            <a:avLst/>
          </a:prstGeom>
        </p:spPr>
        <p:txBody>
          <a:bodyPr anchorCtr="0" anchor="ctr" bIns="97600" lIns="97600" spcFirstLastPara="1" rIns="97600" wrap="square" tIns="976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81"/>
              <a:t>What we know: </a:t>
            </a:r>
            <a:endParaRPr b="1" sz="1281"/>
          </a:p>
        </p:txBody>
      </p:sp>
      <p:pic>
        <p:nvPicPr>
          <p:cNvPr id="1111" name="Google Shape;1111;p109" title="StringSeach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3628" y="0"/>
            <a:ext cx="498299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110"/>
          <p:cNvSpPr txBox="1"/>
          <p:nvPr>
            <p:ph idx="4294967295" type="body"/>
          </p:nvPr>
        </p:nvSpPr>
        <p:spPr>
          <a:xfrm>
            <a:off x="383625" y="1384988"/>
            <a:ext cx="4098600" cy="2652300"/>
          </a:xfrm>
          <a:prstGeom prst="rect">
            <a:avLst/>
          </a:prstGeom>
        </p:spPr>
        <p:txBody>
          <a:bodyPr anchorCtr="0" anchor="t" bIns="97600" lIns="97600" spcFirstLastPara="1" rIns="97600" wrap="square" tIns="97600">
            <a:noAutofit/>
          </a:bodyPr>
          <a:lstStyle/>
          <a:p>
            <a:pPr indent="-363138" lvl="0" marL="48820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5"/>
              <a:buChar char="●"/>
            </a:pPr>
            <a:r>
              <a:rPr lang="en" sz="1800"/>
              <a:t>json_object_get()</a:t>
            </a:r>
            <a:endParaRPr sz="1800"/>
          </a:p>
          <a:p>
            <a:pPr indent="-358402" lvl="1" marL="976407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user input</a:t>
            </a:r>
            <a:endParaRPr sz="1800"/>
          </a:p>
          <a:p>
            <a:pPr indent="-358401" lvl="0" marL="48820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sprintf()</a:t>
            </a:r>
            <a:endParaRPr sz="1800"/>
          </a:p>
          <a:p>
            <a:pPr indent="-358402" lvl="1" marL="976407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formats the strings</a:t>
            </a:r>
            <a:endParaRPr sz="1800"/>
          </a:p>
          <a:p>
            <a:pPr indent="-358401" lvl="0" marL="48820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system()</a:t>
            </a:r>
            <a:endParaRPr sz="1800"/>
          </a:p>
          <a:p>
            <a:pPr indent="-358402" lvl="1" marL="976407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sends it to shell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18" name="Google Shape;1118;p110"/>
          <p:cNvSpPr txBox="1"/>
          <p:nvPr>
            <p:ph idx="4294967295" type="subTitle"/>
          </p:nvPr>
        </p:nvSpPr>
        <p:spPr>
          <a:xfrm>
            <a:off x="383658" y="871184"/>
            <a:ext cx="4098600" cy="514200"/>
          </a:xfrm>
          <a:prstGeom prst="rect">
            <a:avLst/>
          </a:prstGeom>
        </p:spPr>
        <p:txBody>
          <a:bodyPr anchorCtr="0" anchor="ctr" bIns="97600" lIns="97600" spcFirstLastPara="1" rIns="97600" wrap="square" tIns="97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81"/>
              <a:t>The Culprit</a:t>
            </a:r>
            <a:endParaRPr b="1" sz="2481"/>
          </a:p>
        </p:txBody>
      </p:sp>
      <p:pic>
        <p:nvPicPr>
          <p:cNvPr id="1119" name="Google Shape;1119;p110" title="DecompiledC.PNG"/>
          <p:cNvPicPr preferRelativeResize="0"/>
          <p:nvPr/>
        </p:nvPicPr>
        <p:blipFill rotWithShape="1">
          <a:blip r:embed="rId3">
            <a:alphaModFix/>
          </a:blip>
          <a:srcRect b="0" l="0" r="20211" t="0"/>
          <a:stretch/>
        </p:blipFill>
        <p:spPr>
          <a:xfrm>
            <a:off x="3930625" y="-12287"/>
            <a:ext cx="5213375" cy="516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11"/>
          <p:cNvSpPr txBox="1"/>
          <p:nvPr>
            <p:ph type="title"/>
          </p:nvPr>
        </p:nvSpPr>
        <p:spPr>
          <a:xfrm>
            <a:off x="601961" y="3423239"/>
            <a:ext cx="8064900" cy="1970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Exploit</a:t>
            </a:r>
            <a:endParaRPr/>
          </a:p>
        </p:txBody>
      </p:sp>
      <p:pic>
        <p:nvPicPr>
          <p:cNvPr id="1125" name="Google Shape;1125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0400" y="815875"/>
            <a:ext cx="4587993" cy="280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112"/>
          <p:cNvSpPr txBox="1"/>
          <p:nvPr>
            <p:ph idx="4294967295" type="body"/>
          </p:nvPr>
        </p:nvSpPr>
        <p:spPr>
          <a:xfrm>
            <a:off x="845162" y="4739015"/>
            <a:ext cx="7242300" cy="1389600"/>
          </a:xfrm>
          <a:prstGeom prst="rect">
            <a:avLst/>
          </a:prstGeom>
        </p:spPr>
        <p:txBody>
          <a:bodyPr anchorCtr="0" anchor="t" bIns="97600" lIns="97600" spcFirstLastPara="1" rIns="97600" wrap="square" tIns="97600">
            <a:noAutofit/>
          </a:bodyPr>
          <a:lstStyle/>
          <a:p>
            <a:pPr indent="-312338" lvl="0" marL="48820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5"/>
              <a:buChar char="●"/>
            </a:pPr>
            <a:r>
              <a:rPr lang="en" sz="1000"/>
              <a:t>{...,"DMZIP":"192.168.1.23$(telnetd -l /bin/sh -p6868)","PFEnable": ...)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1131" name="Google Shape;1131;p112" title="webUIInject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825" y="276733"/>
            <a:ext cx="7398327" cy="4398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" name="Google Shape;1136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4750"/>
            <a:ext cx="8839200" cy="376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114"/>
          <p:cNvSpPr txBox="1"/>
          <p:nvPr>
            <p:ph type="title"/>
          </p:nvPr>
        </p:nvSpPr>
        <p:spPr>
          <a:xfrm>
            <a:off x="601941" y="1586275"/>
            <a:ext cx="3697500" cy="1970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142" name="Google Shape;1142;p114"/>
          <p:cNvSpPr txBox="1"/>
          <p:nvPr>
            <p:ph idx="4294967295" type="body"/>
          </p:nvPr>
        </p:nvSpPr>
        <p:spPr>
          <a:xfrm>
            <a:off x="4665825" y="1586285"/>
            <a:ext cx="4098600" cy="2219400"/>
          </a:xfrm>
          <a:prstGeom prst="rect">
            <a:avLst/>
          </a:prstGeom>
        </p:spPr>
        <p:txBody>
          <a:bodyPr anchorCtr="0" anchor="t" bIns="97600" lIns="97600" spcFirstLastPara="1" rIns="97600" wrap="square" tIns="97600">
            <a:noAutofit/>
          </a:bodyPr>
          <a:lstStyle/>
          <a:p>
            <a:pPr indent="-363138" lvl="0" marL="48820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5"/>
              <a:buChar char="●"/>
            </a:pPr>
            <a:r>
              <a:rPr lang="en" sz="1800"/>
              <a:t>IoT devices are insecure</a:t>
            </a:r>
            <a:endParaRPr sz="1800"/>
          </a:p>
          <a:p>
            <a:pPr indent="-358402" lvl="1" marL="976407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Even </a:t>
            </a:r>
            <a:r>
              <a:rPr lang="en" sz="1800"/>
              <a:t>Verizon</a:t>
            </a:r>
            <a:r>
              <a:rPr lang="en" sz="1800"/>
              <a:t> makes mistakes!</a:t>
            </a:r>
            <a:endParaRPr sz="1800"/>
          </a:p>
          <a:p>
            <a:pPr indent="-358401" lvl="0" marL="48820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Learn these skills by practicing on your own</a:t>
            </a:r>
            <a:endParaRPr sz="1800"/>
          </a:p>
          <a:p>
            <a:pPr indent="-358402" lvl="1" marL="976407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○"/>
            </a:pPr>
            <a:r>
              <a:rPr lang="en" sz="1800"/>
              <a:t>SDAF on github 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115"/>
          <p:cNvSpPr txBox="1"/>
          <p:nvPr>
            <p:ph type="title"/>
          </p:nvPr>
        </p:nvSpPr>
        <p:spPr>
          <a:xfrm>
            <a:off x="284691" y="1586400"/>
            <a:ext cx="3697500" cy="1970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pic>
        <p:nvPicPr>
          <p:cNvPr id="1148" name="Google Shape;1148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5423" y="1161996"/>
            <a:ext cx="2128178" cy="2136894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115"/>
          <p:cNvSpPr txBox="1"/>
          <p:nvPr>
            <p:ph idx="1" type="subTitle"/>
          </p:nvPr>
        </p:nvSpPr>
        <p:spPr>
          <a:xfrm>
            <a:off x="4710902" y="3490677"/>
            <a:ext cx="3882600" cy="417000"/>
          </a:xfrm>
          <a:prstGeom prst="rect">
            <a:avLst/>
          </a:prstGeom>
        </p:spPr>
        <p:txBody>
          <a:bodyPr anchorCtr="0" anchor="ctr" bIns="60475" lIns="60475" spcFirstLastPara="1" rIns="60475" wrap="square" tIns="604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9" u="sng">
                <a:solidFill>
                  <a:schemeClr val="hlink"/>
                </a:solidFill>
                <a:hlinkClick r:id="rId4"/>
              </a:rPr>
              <a:t>https://github.com/ric-brown/VerizionElipsisLab</a:t>
            </a:r>
            <a:endParaRPr sz="1389"/>
          </a:p>
        </p:txBody>
      </p:sp>
      <p:sp>
        <p:nvSpPr>
          <p:cNvPr id="1150" name="Google Shape;1150;p115"/>
          <p:cNvSpPr txBox="1"/>
          <p:nvPr>
            <p:ph idx="1" type="subTitle"/>
          </p:nvPr>
        </p:nvSpPr>
        <p:spPr>
          <a:xfrm>
            <a:off x="4708221" y="3927391"/>
            <a:ext cx="3882600" cy="417000"/>
          </a:xfrm>
          <a:prstGeom prst="rect">
            <a:avLst/>
          </a:prstGeom>
        </p:spPr>
        <p:txBody>
          <a:bodyPr anchorCtr="0" anchor="ctr" bIns="60475" lIns="60475" spcFirstLastPara="1" rIns="60475" wrap="square" tIns="604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9"/>
              <a:t>Eric.Brown.GR@dartmouth.edu</a:t>
            </a:r>
            <a:endParaRPr sz="1389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